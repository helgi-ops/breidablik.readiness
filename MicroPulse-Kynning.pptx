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 snapToGrid="0" snapToObjects="1">
      <p:cViewPr varScale="1">
        <p:scale>
          <a:sx n="113" d="100"/>
          <a:sy n="113" d="100"/>
        </p:scale>
        <p:origin x="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367B8-5F62-C24A-924A-B2ECF80D7A35}" type="datetimeFigureOut">
              <a:rPr lang="en-IS" smtClean="0"/>
              <a:t>19.4.2026</a:t>
            </a:fld>
            <a:endParaRPr lang="en-I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AD3DE-3A52-B245-8C4D-C1EE30EA81AF}" type="slidenum">
              <a:rPr lang="en-IS" smtClean="0"/>
              <a:t>‹#›</a:t>
            </a:fld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9857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D3DE-3A52-B245-8C4D-C1EE30EA81AF}" type="slidenum">
              <a:rPr lang="en-IS" smtClean="0"/>
              <a:t>9</a:t>
            </a:fld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12005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0" y="914400"/>
            <a:ext cx="2743200" cy="2743200"/>
          </a:xfrm>
          <a:prstGeom prst="roundRect">
            <a:avLst>
              <a:gd name="adj" fmla="val 50000"/>
            </a:avLst>
          </a:prstGeom>
          <a:solidFill>
            <a:srgbClr val="0F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365760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11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MicroPulse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Readiness &amp; Performance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Gagnvirkur ákvörðunarstuðningur fyrir íslenskan knattspyrnu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3B"/>
                </a:solidFill>
                <a:latin typeface="Calibri"/>
              </a:defRPr>
            </a:pPr>
            <a:r>
              <a:t>Vandamálið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Þjálfarar taka ákvarðanir á hverjum degi um álag, hvíld og val á leikmönnum — oft án heildarmyndar.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93776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26771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Álag er ósýnilegt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GPS, vélrænt álag og efnaskiptaálag er ekki samþætt við readiness gögn.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493776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63640" y="22677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2286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Gögn á mismunandi stöðum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74320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Catapult, VALD, checkin og RPE gögn eru í aðskildum kerfum.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493776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4462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805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Tímafrek handvirk vinna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59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Þjálfarar eyða tíma í að safna saman upplýsingum í stað þess að nota þær.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206240"/>
            <a:ext cx="493776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63640" y="4462272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44805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Meiðslaáhætta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937759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Án samþættra gagna er erfitt að greina uppsafnað álag og fyrirbyggja meiðsli.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3B"/>
                </a:solidFill>
                <a:latin typeface="Calibri"/>
              </a:defRPr>
            </a:pPr>
            <a:r>
              <a:t>Lausnin: MicroPulse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Eitt kerfi sem tengir allt saman og gefur þjálfaranum skýra heildarmynd á hverjum degi.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2084831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Readiness Checkin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Leikmenn svara 5 spurningum daglega. Kerfið reiknar z-score og STEN miðað við eigin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66160" y="20848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GPS &amp; Álagsgreining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56032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Catapult gögn fara sjálfvirkt inn. MLI, Metabolic Load, ACWR og GPS spike greining.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2084831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Ákvörðunavélin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4-þrepa decision engine. FULL, REDUCED eða RECOVERY. Sjálfvirk ráðlegging.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26880" y="2084831"/>
            <a:ext cx="411480" cy="411480"/>
          </a:xfrm>
          <a:prstGeom prst="ellipse">
            <a:avLst/>
          </a:prstGeom>
          <a:solidFill>
            <a:srgbClr val="0D4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Skýrslur &amp; Innsýn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Dagskýrsla, vikuskýrsla, trends, volatility greining. PDF útflutningur.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Allt keyrir í skýinu  |  Supabase + Next.js  |  Aðgengilegt í síma og tölvu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3B"/>
                </a:solidFill>
                <a:latin typeface="Calibri"/>
              </a:defRPr>
            </a:pPr>
            <a:r>
              <a:t>Þjálfarayfirlit —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Allt sem þjálfarinn þarf til að taka ákvörðun á einum stað.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645920" cy="12801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Full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737360"/>
            <a:ext cx="1645920" cy="128016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79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Reduced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9E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1645920" cy="128016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F44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1645920" cy="12801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C3AED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1645920" cy="12801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Avg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563EB"/>
                </a:solidFill>
                <a:latin typeface="Calibri"/>
              </a:defRPr>
            </a:pPr>
            <a:r>
              <a:t>3.2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737360"/>
            <a:ext cx="1645920" cy="128016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Protected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8328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" y="363931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Coach 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14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Kerfið leggur til æfingartýpu miðað við stöðu liðsins — t.d. Full load eða Létt tækni.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38328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6393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Readiness dreifing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14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Sjáðu hversu margir eru grænir, gulir og rauðir í einu augnaráði.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38328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92440" y="363931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External 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114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GPS álag, MLI og metabolic score — allt frá Catapult, sjálfvirkt.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3B"/>
                </a:solidFill>
                <a:latin typeface="Calibri"/>
              </a:defRPr>
            </a:pPr>
            <a:r>
              <a:t>Leikmannaupplifun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Leikmenn fá sína eigin síðu í síma — PWA sem virkar eins og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2084831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Daglegt checkin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5 spurningar um orku, svefn, stress, vöðvaeymsli. Tekur 30 sekúndur.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66160" y="20848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Readiness staða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5603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Leikmaðurinn sér sitt eigin lit og hversu álagið er í dag.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2084831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Af hverju?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Ef leikmaður er gulur/rauður sýnir kerfið hvaða þættir drógu niður — z-score, GPS spike, ACWR.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26880" y="2084831"/>
            <a:ext cx="411480" cy="411480"/>
          </a:xfrm>
          <a:prstGeom prst="ellipse">
            <a:avLst/>
          </a:prstGeom>
          <a:solidFill>
            <a:srgbClr val="0D4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103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GPS yfirlit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Leikmenn sjá Catapult gögnin sín frá síðustu 7 dögum — hraði, vegalengd, álag.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54864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473B"/>
                </a:solidFill>
                <a:latin typeface="Calibri"/>
              </a:defRPr>
            </a:pPr>
            <a:r>
              <a:t>Nýtt: „Af hverju er ég ekki græn/n?“ — útskýrir ákvarðanirnar á tungumáli leikmanna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3B"/>
                </a:solidFill>
                <a:latin typeface="Calibri"/>
              </a:defRPr>
            </a:pPr>
            <a:r>
              <a:t>Greiningartól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Þrjú tól sem hjálpa þjálfaranum að sjá lengra en í dag.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Volatility — Sveiflur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Sýnir hverjir eru óstöðugir síðustu 10 daga.</a:t>
            </a:r>
            <a:br/>
            <a:br/>
            <a:r>
              <a:t>4 línur á graf: checkin, z-score, vöðvaeymsli, svefn.</a:t>
            </a:r>
            <a:br/>
            <a:br/>
            <a:r>
              <a:t>HIGH volatility = aukin meiðslaáhætta.</a:t>
            </a:r>
            <a:br/>
            <a:br/>
            <a:r>
              <a:t>Hjálpar þjálfaranum að velja hverjir þurfa stýrða nálgun.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Trends — Þróun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Langtímayfirlit eins leikmanns (30/60/90 dagar).</a:t>
            </a:r>
            <a:br/>
            <a:br/>
            <a:r>
              <a:t>Readiness, STEN, GPS-álag og ákvarðanir.</a:t>
            </a:r>
            <a:br/>
            <a:br/>
            <a:r>
              <a:t>Sér hvort leikmaður er á uppleið eða niðurleið.</a:t>
            </a:r>
            <a:br/>
            <a:br/>
            <a:r>
              <a:t>Gagnlegt til að meta endurkomu úr meiðslum.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Skýrslur —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Dagskýrsla: hverjir checkuðu inn, dreifing, athugasemd.</a:t>
            </a:r>
            <a:br/>
            <a:br/>
            <a:r>
              <a:t>Vikuskýrsla: readiness þróun yfir vikuna.</a:t>
            </a:r>
            <a:br/>
            <a:br/>
            <a:r>
              <a:t>Sækja PDF einum smelli — deila með liðinu.</a:t>
            </a:r>
            <a:br/>
            <a:br/>
            <a:r>
              <a:t>Raungögn úr Supabase, ekki placeholder.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Gagnflæði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Frá gögnum til ákvörðunar — allt sjálfvirkt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8288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Inntak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Checkin</a:t>
            </a:r>
            <a:br/>
            <a:r>
              <a:t>Catapult GPS</a:t>
            </a:r>
            <a:br/>
            <a:r>
              <a:t>VALD / CMJ</a:t>
            </a:r>
            <a:br/>
            <a:r>
              <a:t>Whoop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011680"/>
            <a:ext cx="45720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160520" y="18288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Úrvinnsla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661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Z-score</a:t>
            </a:r>
            <a:br/>
            <a:r>
              <a:t>MLI / Metabolic</a:t>
            </a:r>
            <a:br/>
            <a:r>
              <a:t>ACWR</a:t>
            </a:r>
            <a:br/>
            <a:r>
              <a:t>Volatility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2011680"/>
            <a:ext cx="45720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86600" y="18288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Ákvörðun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661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4-þrepa vélin</a:t>
            </a:r>
            <a:br/>
            <a:r>
              <a:t>FULL / REDUCED</a:t>
            </a:r>
            <a:br/>
            <a:r>
              <a:t>/ RECOVERY</a:t>
            </a:r>
            <a:br/>
            <a:r>
              <a:t>Coach override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15400" y="2011680"/>
            <a:ext cx="45720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12680" y="18288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Birting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5661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Today dashboard</a:t>
            </a:r>
            <a:br/>
            <a:r>
              <a:t>PWA leikmanns</a:t>
            </a:r>
            <a:br/>
            <a:r>
              <a:t>PDF skýrslur</a:t>
            </a:r>
            <a:br/>
            <a:r>
              <a:t>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3B"/>
                </a:solidFill>
                <a:latin typeface="Calibri"/>
              </a:defRPr>
            </a:pPr>
            <a:r>
              <a:t>Tæknileg uppbygging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Öruggt, skalanlegt og tilbúið til að vaxa.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084831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Öll gögn í öruggum skýjagrunni með RLS (Row Level Security) — hvert lið sér aðeins sín gögn.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20848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Next.js +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Hraðvirkt vefapp sem keyrir á Vercel. PWA fyrir leikmenn, responsive þjálfaraviðmót.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4370832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Gagnöryggi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Team-based RLS. Þjálfarar sjá sín lið, leikmenn sjá sín gögn. Enginn getur séð annarra gögn.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46520" y="437083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Skalanlegt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Byggt fyrir mörg lið frá grunni. Week setup, readiness og ákvarðanir allt tengt team_id.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Næstu skref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4630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5361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Kynna kerfið fyrir öllum þjálfurum — aðlögun og þjálfun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4231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4963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Tengja fleiri lið innan félagsins (unglingalið, kvennalið)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3832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4564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Bæta við VALD / CMJ greiningu fyrir taugavöðvamat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416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Sjálfvirk PDF dagskýrsla á tölvupóst á hverjum morgni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3035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3766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Langtíma: opna kerfið fyrir önnur íslensk félög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F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11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MicroPulse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B981"/>
                </a:solidFill>
                <a:latin typeface="Calibri"/>
              </a:defRPr>
            </a:pPr>
            <a:r>
              <a:t>Betri ákvarðanir. Minni meiðsli. Meiri árangur.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755</Words>
  <Application>Microsoft Macintosh PowerPoint</Application>
  <PresentationFormat>Widescreen</PresentationFormat>
  <Paragraphs>120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Helgi Gudfinnsson</cp:lastModifiedBy>
  <cp:revision>4</cp:revision>
  <dcterms:created xsi:type="dcterms:W3CDTF">2013-01-27T09:14:16Z</dcterms:created>
  <dcterms:modified xsi:type="dcterms:W3CDTF">2026-04-19T12:26:30Z</dcterms:modified>
  <cp:category/>
</cp:coreProperties>
</file>