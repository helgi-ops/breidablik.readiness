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 snapToObjects="1">
      <p:cViewPr varScale="1">
        <p:scale>
          <a:sx n="114" d="100"/>
          <a:sy n="114" d="100"/>
        </p:scale>
        <p:origin x="4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64008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Arial Black"/>
              </a:rPr>
              <a:t>MicroPulse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CBD5E1"/>
                </a:solidFill>
                <a:latin typeface="Calibri"/>
              </a:rPr>
              <a:t>Player readiness, simplified.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  <a:latin typeface="Calibri"/>
              </a:rPr>
              <a:t>Daily check-ins. Live load sensing. Data-informed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30936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20">
                <a:solidFill>
                  <a:srgbClr val="CBD5E1"/>
                </a:solidFill>
                <a:latin typeface="Calibri"/>
              </a:rPr>
              <a:t>April 2026   ·   micropulse.is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The problem — three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54864" cy="4663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Scattered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60"/>
            <a:ext cx="28346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WhatsApp, spreadsheets, GPS exports, notes in docs. No single view of squad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371600"/>
            <a:ext cx="54864" cy="4663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00600" y="173736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651760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Too 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8346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Red flags surface only after injury or a drop in performance. Reactive, not preventive.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371600"/>
            <a:ext cx="54864" cy="4663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173736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51760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Time-consuming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566160"/>
            <a:ext cx="28346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Coaches spend 2+ hours per week collecting data that should take 5 minutes.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The cost of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0" b="1" i="0">
                <a:solidFill>
                  <a:srgbClr val="0A1628"/>
                </a:solidFill>
                <a:latin typeface="Arial Black"/>
              </a:rPr>
              <a:t>€18,500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334155"/>
                </a:solidFill>
                <a:latin typeface="Calibri"/>
              </a:rPr>
              <a:t>average cost of one season-ending injury in professional football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00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4754880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4-8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5394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average player absence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8487" y="4754880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5394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players injured per week in top-tier football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896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98967" y="4754880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€45k+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567" y="5394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if a replacement signing is needed mid-season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Source: UEFA Elite Club Injury Study + author estimates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04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MicroPulse unifies daily player check-ins,</a:t>
            </a:r>
          </a:p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automated load sensing, and a coach dashboard</a:t>
            </a:r>
          </a:p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into one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206240"/>
            <a:ext cx="35661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48056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98348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30-second morning check-in. Sleep, soreness, post-training RPE.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4206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448056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98348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GPS ingest, automatic TRIMP scoring, full 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4206240"/>
            <a:ext cx="3566160" cy="91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448056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Coaches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98348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Daily dashboard with Load × Readiness chart. Data-informed decisions.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The player — 30 seconds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9816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98167" y="260604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3749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Morning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4069079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30-sec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487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Sleep · soreness · recovery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447" y="3520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CBD5E1"/>
                </a:solidFill>
                <a:latin typeface="Arial Black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59292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92927" y="260604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3749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4247" y="4069079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GPS auto-sync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Speed · distance · intensity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3207" y="3520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CBD5E1"/>
                </a:solidFill>
                <a:latin typeface="Arial Bl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468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38768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7687" y="260604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9007" y="3749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Post-training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9007" y="4069079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One-tap RPE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9007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1-10 scale · 15 sec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Works on any phone. Zero setup. No proprietary wearables required.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The coach — decisions in 2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06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5167" y="219456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7520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5207" y="2560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447" y="25603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Today's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207" y="347472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Green / amber / red per player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207" y="4297680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All alerts on one screen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49927" y="219456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76996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69967" y="2560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7207" y="25603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Load × Readiness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9967" y="347472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Weekly quadrant chart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9967" y="4297680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Spot risk before injuries happen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468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44687" y="2194560"/>
            <a:ext cx="3291840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56472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64727" y="2560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1967" y="25603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Weekly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727" y="347472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Sessions tied to 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727" y="4297680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Adjust instantly if squad is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Demo — Today's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7512" y="1307592"/>
            <a:ext cx="6528816" cy="2926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139903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1399032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1560" y="13990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app.micropulse.is/coach/today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A1628"/>
                </a:solidFill>
                <a:latin typeface="Arial Black"/>
              </a:rPr>
              <a:t>Today's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057400"/>
            <a:ext cx="6035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Tuesday, Apr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4231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Player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423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Readiness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23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Sleep (hrs)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4231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Load (TRIMP)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51760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60120" y="276148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2715768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Jón 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271576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71576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71576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78</a:t>
            </a:r>
          </a:p>
        </p:txBody>
      </p:sp>
      <p:sp>
        <p:nvSpPr>
          <p:cNvPr id="25" name="Oval 24"/>
          <p:cNvSpPr/>
          <p:nvPr/>
        </p:nvSpPr>
        <p:spPr>
          <a:xfrm>
            <a:off x="960120" y="3145536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3099816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Björn 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09981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09981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099816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419856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60120" y="3529584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3483864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Andri 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48386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Caution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48386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6.1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48386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45</a:t>
            </a:r>
          </a:p>
        </p:txBody>
      </p:sp>
      <p:sp>
        <p:nvSpPr>
          <p:cNvPr id="36" name="Oval 35"/>
          <p:cNvSpPr/>
          <p:nvPr/>
        </p:nvSpPr>
        <p:spPr>
          <a:xfrm>
            <a:off x="960120" y="3913632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88720" y="3867912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Stefán 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3867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Ready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867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67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187951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60120" y="4297679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88720" y="4251959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Gunnar Þ.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4251959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Alert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4251959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251959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30</a:t>
            </a:r>
          </a:p>
        </p:txBody>
      </p:sp>
      <p:sp>
        <p:nvSpPr>
          <p:cNvPr id="47" name="Oval 46"/>
          <p:cNvSpPr/>
          <p:nvPr/>
        </p:nvSpPr>
        <p:spPr>
          <a:xfrm>
            <a:off x="960120" y="468172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88720" y="4636008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Birkir P.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63600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Ready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463600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63600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68</a:t>
            </a:r>
          </a:p>
        </p:txBody>
      </p:sp>
      <p:sp>
        <p:nvSpPr>
          <p:cNvPr id="52" name="Oval 51"/>
          <p:cNvSpPr/>
          <p:nvPr/>
        </p:nvSpPr>
        <p:spPr>
          <a:xfrm>
            <a:off x="7589520" y="14813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09560" y="13716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At a glance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9560" y="18745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You see who's ready, who's amber, who's red.</a:t>
            </a:r>
          </a:p>
        </p:txBody>
      </p:sp>
      <p:sp>
        <p:nvSpPr>
          <p:cNvPr id="55" name="Oval 54"/>
          <p:cNvSpPr/>
          <p:nvPr/>
        </p:nvSpPr>
        <p:spPr>
          <a:xfrm>
            <a:off x="7589520" y="30815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909560" y="29718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No spreadsheets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34747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Data flows in automatically — zero manual entry.</a:t>
            </a:r>
          </a:p>
        </p:txBody>
      </p:sp>
      <p:sp>
        <p:nvSpPr>
          <p:cNvPr id="58" name="Oval 57"/>
          <p:cNvSpPr/>
          <p:nvPr/>
        </p:nvSpPr>
        <p:spPr>
          <a:xfrm>
            <a:off x="7589520" y="46817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09560" y="45720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Fast drill-down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09560" y="5074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Click a player → see history, trend, recommendations.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Demo — Load ×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A1628"/>
                </a:solidFill>
                <a:latin typeface="Arial Black"/>
              </a:rPr>
              <a:t>Load ×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6035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Week 15 · 8v8 Squad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2103120"/>
            <a:ext cx="2880360" cy="192024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2103120"/>
            <a:ext cx="2880360" cy="1920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69080" y="4023360"/>
            <a:ext cx="2880360" cy="1920240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88720" y="4023360"/>
            <a:ext cx="2880360" cy="192024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88720" y="5943600"/>
            <a:ext cx="5760720" cy="9144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88720" y="2103120"/>
            <a:ext cx="9144" cy="384048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989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Training load →</a:t>
            </a:r>
          </a:p>
        </p:txBody>
      </p:sp>
      <p:sp>
        <p:nvSpPr>
          <p:cNvPr id="17" name="Oval 16"/>
          <p:cNvSpPr/>
          <p:nvPr/>
        </p:nvSpPr>
        <p:spPr>
          <a:xfrm>
            <a:off x="1979676" y="29900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728569" y="272125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419856" y="3374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283964" y="29900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860036" y="279806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263286" y="37581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839358" y="3374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880713" y="4142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456785" y="4411065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436108" y="4718304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032857" y="502554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82926" y="491032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10312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↑ Ready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141732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0" y="137160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Green zone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1874520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High load, high readiness = player can handle more. Healthy signal.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01752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0" y="297180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Amber zone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474720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Low load, low readiness = recovery needed. Stay alert.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46177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0" y="457200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Red zone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074920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High load, low readiness = injury risk! Adjust immediately.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How readiness is calculated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Three scoring models  ·  Daily per athlete  ·  Always explainable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6567" y="1920240"/>
            <a:ext cx="3566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6567" y="237744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1" i="0">
                <a:solidFill>
                  <a:srgbClr val="10B981"/>
                </a:solidFill>
                <a:latin typeface="Arial Black"/>
              </a:rPr>
              <a:t>ACWR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8404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Acute-to-chronic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4434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Per Gabbett 2016 / Hulin 2016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2767" y="1920240"/>
            <a:ext cx="3566160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2767" y="237744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1" i="0">
                <a:solidFill>
                  <a:srgbClr val="1E3A5F"/>
                </a:solidFill>
                <a:latin typeface="Arial Black"/>
              </a:rPr>
              <a:t>MLI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8404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Mechanical Load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4434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Decel, accel, CoD, PlayerLoad density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89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98967" y="1920240"/>
            <a:ext cx="3566160" cy="1371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98967" y="237744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1" i="0">
                <a:solidFill>
                  <a:srgbClr val="F97316"/>
                </a:solidFill>
                <a:latin typeface="Arial Black"/>
              </a:rPr>
              <a:t>CMJ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3287" y="38404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Force-plate freshness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434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Asymmetry, RSI, contraction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0A1628"/>
                </a:solidFill>
                <a:latin typeface="Calibri"/>
              </a:rPr>
              <a:t>"All three feed one GREEN / YELLOW / RED state per athlete."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521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— Adaptive Training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Why MicroPulse?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10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137160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327" y="17373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327" y="1783080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5287" y="17830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Simple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28600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30 sec per player. No training needed. No proprietary hardware. Phone-based.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37160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53047" y="17373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3047" y="1783080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6007" y="17830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Icelandic-built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6007" y="228600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Made in Iceland, for Icelandic training culture. Support in Icelandic.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287" y="379476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92327" y="41605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327" y="4206240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5287" y="42062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Coach-led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287" y="470916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Designed with coaches, not offshore tech teams. Weekly product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79476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53047" y="41605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53047" y="4206240"/>
            <a:ext cx="640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6007" y="42062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60-min setup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6007" y="4709160"/>
            <a:ext cx="4114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From contract to usage in one meeting. No expensive integration project.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From contract to active use in one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11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6647" y="2880360"/>
            <a:ext cx="1005840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44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98104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81047" y="25146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3337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365760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Contract signed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207" y="45262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15 min. Digital contract. No paperwork.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73008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30087" y="25146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2807" y="3337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Day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2807" y="365760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60-min onboarding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45262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Players added. Coaches trained. First check-ins live.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47912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79127" y="25146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847" y="3337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Day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365760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Full adoption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5262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Players check in. Coaches see dashboard. Decisions on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No long IT projects. No technical worries. You're productive immediately.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9487" y="1325880"/>
            <a:ext cx="49377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9487" y="1325880"/>
            <a:ext cx="493776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95247" y="164592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F97316"/>
                </a:solidFill>
                <a:latin typeface="Calibri"/>
              </a:rPr>
              <a:t>FIRST 3 CLUBS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247" y="196596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A1628"/>
                </a:solidFill>
                <a:latin typeface="Arial Black"/>
              </a:rPr>
              <a:t>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247" y="256032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0A1628"/>
                </a:solidFill>
                <a:latin typeface="Arial Black"/>
              </a:rPr>
              <a:t>ISK 49,900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247" y="315468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/mo, first 6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95247" y="3611880"/>
            <a:ext cx="4206240" cy="60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95247" y="3867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69567" y="379476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Everything in Standard</a:t>
            </a:r>
          </a:p>
        </p:txBody>
      </p:sp>
      <p:sp>
        <p:nvSpPr>
          <p:cNvPr id="16" name="Oval 15"/>
          <p:cNvSpPr/>
          <p:nvPr/>
        </p:nvSpPr>
        <p:spPr>
          <a:xfrm>
            <a:off x="1295247" y="42153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69567" y="414223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Priority support</a:t>
            </a:r>
          </a:p>
        </p:txBody>
      </p:sp>
      <p:sp>
        <p:nvSpPr>
          <p:cNvPr id="18" name="Oval 17"/>
          <p:cNvSpPr/>
          <p:nvPr/>
        </p:nvSpPr>
        <p:spPr>
          <a:xfrm>
            <a:off x="1295247" y="45628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9567" y="4489704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Influence on roadmap</a:t>
            </a:r>
          </a:p>
        </p:txBody>
      </p:sp>
      <p:sp>
        <p:nvSpPr>
          <p:cNvPr id="20" name="Oval 19"/>
          <p:cNvSpPr/>
          <p:nvPr/>
        </p:nvSpPr>
        <p:spPr>
          <a:xfrm>
            <a:off x="1295247" y="4910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69567" y="4837176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Iceland-based team</a:t>
            </a:r>
          </a:p>
        </p:txBody>
      </p:sp>
      <p:sp>
        <p:nvSpPr>
          <p:cNvPr id="22" name="Oval 21"/>
          <p:cNvSpPr/>
          <p:nvPr/>
        </p:nvSpPr>
        <p:spPr>
          <a:xfrm>
            <a:off x="1295247" y="52578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69567" y="5184648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30-day cancellation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5247" y="57607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1">
                <a:solidFill>
                  <a:srgbClr val="F97316"/>
                </a:solidFill>
                <a:latin typeface="Calibri"/>
              </a:rPr>
              <a:t>3 slots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4447" y="1325880"/>
            <a:ext cx="49377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24447" y="1325880"/>
            <a:ext cx="4937760" cy="1097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90207" y="164592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E3A5F"/>
                </a:solidFill>
                <a:latin typeface="Calibri"/>
              </a:rPr>
              <a:t>AFTER PILOT COHORT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0207" y="196596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A1628"/>
                </a:solidFill>
                <a:latin typeface="Arial Black"/>
              </a:rPr>
              <a:t>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0207" y="256032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0A1628"/>
                </a:solidFill>
                <a:latin typeface="Arial Black"/>
              </a:rPr>
              <a:t>ISK 89,900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0207" y="315468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0207" y="3611880"/>
            <a:ext cx="4206240" cy="60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690207" y="3867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64527" y="379476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Unlimited players and coaches</a:t>
            </a:r>
          </a:p>
        </p:txBody>
      </p:sp>
      <p:sp>
        <p:nvSpPr>
          <p:cNvPr id="34" name="Oval 33"/>
          <p:cNvSpPr/>
          <p:nvPr/>
        </p:nvSpPr>
        <p:spPr>
          <a:xfrm>
            <a:off x="6690207" y="42153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64527" y="414223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Today's readiness + Load × Readiness</a:t>
            </a:r>
          </a:p>
        </p:txBody>
      </p:sp>
      <p:sp>
        <p:nvSpPr>
          <p:cNvPr id="36" name="Oval 35"/>
          <p:cNvSpPr/>
          <p:nvPr/>
        </p:nvSpPr>
        <p:spPr>
          <a:xfrm>
            <a:off x="6690207" y="45628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64527" y="4489704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GPS import (Catapult, Polar, STATSports)</a:t>
            </a:r>
          </a:p>
        </p:txBody>
      </p:sp>
      <p:sp>
        <p:nvSpPr>
          <p:cNvPr id="38" name="Oval 37"/>
          <p:cNvSpPr/>
          <p:nvPr/>
        </p:nvSpPr>
        <p:spPr>
          <a:xfrm>
            <a:off x="6690207" y="4910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64527" y="4837176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Icelandic and English support</a:t>
            </a:r>
          </a:p>
        </p:txBody>
      </p:sp>
      <p:sp>
        <p:nvSpPr>
          <p:cNvPr id="40" name="Oval 39"/>
          <p:cNvSpPr/>
          <p:nvPr/>
        </p:nvSpPr>
        <p:spPr>
          <a:xfrm>
            <a:off x="6690207" y="52578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64527" y="5184648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12-month agreement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0207" y="57607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1">
                <a:solidFill>
                  <a:srgbClr val="1E3A5F"/>
                </a:solidFill>
                <a:latin typeface="Calibri"/>
              </a:rPr>
              <a:t>Available after pilot cohort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64008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Arial Black"/>
              </a:rPr>
              <a:t>Let's try this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"/>
              </a:rPr>
              <a:t>Pilot cohort starts in May. First 3 clubs get 50% off for 6 months.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Helgi Guðfinnsson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BD5E1"/>
                </a:solidFill>
                <a:latin typeface="Calibri"/>
              </a:rPr>
              <a:t>Founder, MicroPulse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spc="100">
                <a:solidFill>
                  <a:srgbClr val="10B981"/>
                </a:solidFill>
                <a:latin typeface="Calibri"/>
              </a:rPr>
              <a:t>support@micropulse.is   ·   micropulse.is   ·   +354 — (sími síðar)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837</Words>
  <Application>Microsoft Macintosh PowerPoint</Application>
  <PresentationFormat>Widescreen</PresentationFormat>
  <Paragraphs>200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Helgi Gudfinnsson</cp:lastModifiedBy>
  <cp:revision>1</cp:revision>
  <dcterms:created xsi:type="dcterms:W3CDTF">2013-01-27T09:14:16Z</dcterms:created>
  <dcterms:modified xsi:type="dcterms:W3CDTF">2026-04-15T08:53:12Z</dcterms:modified>
  <cp:category/>
</cp:coreProperties>
</file>