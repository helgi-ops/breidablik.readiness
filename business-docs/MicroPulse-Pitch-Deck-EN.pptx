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6400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Arial Black"/>
              </a:rPr>
              <a:t>MicroPulse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CBD5E1"/>
                </a:solidFill>
                <a:latin typeface="Calibri"/>
              </a:rPr>
              <a:t>Player readiness, simplified.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Calibri"/>
              </a:rPr>
              <a:t>Daily check-ins. Live load sensing. Data-informed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30936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120">
                <a:solidFill>
                  <a:srgbClr val="CBD5E1"/>
                </a:solidFill>
                <a:latin typeface="Calibri"/>
              </a:rPr>
              <a:t>April 2026   ·   micropulse.is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The problem — three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" cy="4663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Scattered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WhatsApp, spreadsheets, GPS exports, notes in docs. No single view of squad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54864" cy="4663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7373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51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Too 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Red flags surface only after injury or a drop in performance. Reactive, not preventive.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54864" cy="4663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7373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517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Time-consuming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66160"/>
            <a:ext cx="28346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Coaches spend 2+ hours per week collecting data that should take 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The cost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0" b="1" i="0">
                <a:solidFill>
                  <a:srgbClr val="0A1628"/>
                </a:solidFill>
                <a:latin typeface="Arial Black"/>
              </a:rPr>
              <a:t>€18,500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334155"/>
                </a:solidFill>
                <a:latin typeface="Calibri"/>
              </a:rPr>
              <a:t>average cost of one season-ending injury in professional football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475488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4-8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53949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average player absence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8487" y="475488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53949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players injured per week in top-tier football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896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8967" y="475488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€45k+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567" y="53949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if a replacement signing is needed mid-season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Source: UEFA Elite Club Injury Study + author estimates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MicroPulse unifies daily player check-ins,</a:t>
            </a:r>
          </a:p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automated load sensing, and a coach dashboard</a:t>
            </a:r>
          </a:p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into one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35661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30-second morning check-in. Sleep, soreness, post-training RPE.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420624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9834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GPS ingest, automatic TRIMP scoring, full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4206240"/>
            <a:ext cx="3566160" cy="91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4480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Coaches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98348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Daily dashboard with Load × Readiness chart. Data-informed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The player — 30 seconds a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9816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98167" y="260604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40690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30-sec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617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Sleep · soreness ·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8447" y="3520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CBD5E1"/>
                </a:solidFill>
                <a:latin typeface="Arial Black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9292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2927" y="260604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40690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GPS auto-sync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4617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Speed · distance · intensity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3207" y="3520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CBD5E1"/>
                </a:solidFill>
                <a:latin typeface="Arial Blac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468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8768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7687" y="260604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9007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Post-training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9007" y="40690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One-tap RPE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9007" y="4617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1-10 scale · 15 sec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Works on any phone. Zero setup. No proprietary wearables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The coach — decisions in 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5167" y="219456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520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5207" y="2560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447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Today's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34747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Green / amber / red per player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All alerts on one screen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9927" y="219456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6996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69967" y="2560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7207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Load ×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9967" y="34747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Weekly quadrant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9967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Spot risk before injuries happen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468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4687" y="2194560"/>
            <a:ext cx="329184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6472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4727" y="2560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1967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Weekly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4727" y="34747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Sessions tied to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727" y="429768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Adjust instantly if squad is 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Demo — Today's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583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7512" y="1307592"/>
            <a:ext cx="6528816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3990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3990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13990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1371600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app.micropulse.is/coach/today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 Black"/>
              </a:rPr>
              <a:t>Today's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Tuesday, Apr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4231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231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Sleep (hrs)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2316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Load (TRIMP)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51760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276148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271576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Jón 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1576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1576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71576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78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31455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309981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Björn 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09981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09981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09981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419856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0120" y="352958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3483864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Andri 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48386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Caution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48386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6.1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48386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45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391363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88720" y="386791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Stefán 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8679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Ready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8679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8679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187951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0120" y="4297679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8720" y="4251959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Gunnar Þ.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51959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Alert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251959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251959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30</a:t>
            </a:r>
          </a:p>
        </p:txBody>
      </p:sp>
      <p:sp>
        <p:nvSpPr>
          <p:cNvPr id="47" name="Oval 46"/>
          <p:cNvSpPr/>
          <p:nvPr/>
        </p:nvSpPr>
        <p:spPr>
          <a:xfrm>
            <a:off x="960120" y="46817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88720" y="46360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Birkir 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6360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46360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6360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68</a:t>
            </a:r>
          </a:p>
        </p:txBody>
      </p:sp>
      <p:sp>
        <p:nvSpPr>
          <p:cNvPr id="52" name="Oval 51"/>
          <p:cNvSpPr/>
          <p:nvPr/>
        </p:nvSpPr>
        <p:spPr>
          <a:xfrm>
            <a:off x="7589520" y="14813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09560" y="1371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At a glance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18745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You see who's ready, who's amber, who's red.</a:t>
            </a:r>
          </a:p>
        </p:txBody>
      </p:sp>
      <p:sp>
        <p:nvSpPr>
          <p:cNvPr id="55" name="Oval 54"/>
          <p:cNvSpPr/>
          <p:nvPr/>
        </p:nvSpPr>
        <p:spPr>
          <a:xfrm>
            <a:off x="7589520" y="30815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09560" y="2971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No spreadsheets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34747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Data flows in automatically — zero manual entry.</a:t>
            </a:r>
          </a:p>
        </p:txBody>
      </p:sp>
      <p:sp>
        <p:nvSpPr>
          <p:cNvPr id="58" name="Oval 57"/>
          <p:cNvSpPr/>
          <p:nvPr/>
        </p:nvSpPr>
        <p:spPr>
          <a:xfrm>
            <a:off x="7589520" y="4681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9560" y="4572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Fast drill-down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0749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Click a player → see history, trend, recommendations.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Demo — Load ×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583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  <a:latin typeface="Arial Black"/>
              </a:rPr>
              <a:t>Load ×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Week 15 · 8v8 Squad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103120"/>
            <a:ext cx="2880360" cy="19202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2103120"/>
            <a:ext cx="2880360" cy="192024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9080" y="4023360"/>
            <a:ext cx="2880360" cy="192024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88720" y="4023360"/>
            <a:ext cx="2880360" cy="19202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88720" y="5943600"/>
            <a:ext cx="5760720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" y="2103120"/>
            <a:ext cx="9144" cy="38404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989320"/>
            <a:ext cx="5760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Training load →</a:t>
            </a:r>
          </a:p>
        </p:txBody>
      </p:sp>
      <p:sp>
        <p:nvSpPr>
          <p:cNvPr id="17" name="Oval 16"/>
          <p:cNvSpPr/>
          <p:nvPr/>
        </p:nvSpPr>
        <p:spPr>
          <a:xfrm>
            <a:off x="1979676" y="29900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28569" y="272125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19856" y="33741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83964" y="29900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60036" y="279806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63286" y="37581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39358" y="33741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880713" y="414223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56785" y="441106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36108" y="4718304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32857" y="5025542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82926" y="4910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1031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↑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41732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0" y="137160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Green 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87452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High load, high readiness = player can handle more. Healthy signal.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0175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297180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Amber zone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7472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Low load, low readiness = recovery needed. Stay alert.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61772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0" y="457200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Red zone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07492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High load, low readiness = injury risk! Adjust immediately.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Pilot club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Top-tier club · 24 players · 8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567" y="1920240"/>
            <a:ext cx="3566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567" y="23774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0B981"/>
                </a:solidFill>
                <a:latin typeface="Arial Black"/>
              </a:rPr>
              <a:t>-38%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soft-tissue 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4348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Compared to same period prior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27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2767" y="1920240"/>
            <a:ext cx="3566160" cy="137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2767" y="23774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E3A5F"/>
                </a:solidFill>
                <a:latin typeface="Arial Black"/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daily check-in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44348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Squad participation every single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98967" y="1920240"/>
            <a:ext cx="3566160" cy="137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8967" y="23774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F97316"/>
                </a:solidFill>
                <a:latin typeface="Arial Black"/>
              </a:rPr>
              <a:t>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287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saved per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287" y="44348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Assistant coach data-collection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0A1628"/>
                </a:solidFill>
                <a:latin typeface="Calibri"/>
              </a:rPr>
              <a:t>"The first tool our staff opens every morning."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— Physio, pilot 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Why MicroPulse?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2327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327" y="178308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5287" y="1783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28600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30 sec per player. No training needed. No proprietary hardware. Phone-based.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3047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3047" y="178308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007" y="1783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Icelandic-built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6007" y="228600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Made in Iceland, for Icelandic training culture. Support in Icelandic.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287" y="37947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2327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327" y="42062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5287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Coach-led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5287" y="47091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Designed with coaches, not offshore tech teams. Weekly product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947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53047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3047" y="42062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6007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60-min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6007" y="470916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From contract to usage in one meeting. No expensive integration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From contract to active use in one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647" y="288036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44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8104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1047" y="25146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3337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Day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36576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Contract 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45262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15 min. Digital contract. No paperwork.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3008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30087" y="25146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337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Day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36576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60-min onboarding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45262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Players added. Coaches trained. First check-ins live.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7912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79127" y="25146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337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Day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36576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Full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287" y="45262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Players check in. Coaches see dashboard. Decisions on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No long IT projects. No technical worries. You're productive immediately.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487" y="1325880"/>
            <a:ext cx="4937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9487" y="1325880"/>
            <a:ext cx="493776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5247" y="16459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F97316"/>
                </a:solidFill>
                <a:latin typeface="Calibri"/>
              </a:rPr>
              <a:t>FIRST 3 CLUBS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247" y="19659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1628"/>
                </a:solidFill>
                <a:latin typeface="Arial Black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247" y="256032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rial Black"/>
              </a:rPr>
              <a:t>ISK 49,900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247" y="31546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/mo, first 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5247" y="3611880"/>
            <a:ext cx="4206240" cy="6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95247" y="3867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69567" y="37947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Everything in Standard</a:t>
            </a:r>
          </a:p>
        </p:txBody>
      </p:sp>
      <p:sp>
        <p:nvSpPr>
          <p:cNvPr id="16" name="Oval 15"/>
          <p:cNvSpPr/>
          <p:nvPr/>
        </p:nvSpPr>
        <p:spPr>
          <a:xfrm>
            <a:off x="1295247" y="42153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69567" y="414223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Priority support</a:t>
            </a:r>
          </a:p>
        </p:txBody>
      </p:sp>
      <p:sp>
        <p:nvSpPr>
          <p:cNvPr id="18" name="Oval 17"/>
          <p:cNvSpPr/>
          <p:nvPr/>
        </p:nvSpPr>
        <p:spPr>
          <a:xfrm>
            <a:off x="1295247" y="45628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4489704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Influence on roadmap</a:t>
            </a:r>
          </a:p>
        </p:txBody>
      </p:sp>
      <p:sp>
        <p:nvSpPr>
          <p:cNvPr id="20" name="Oval 19"/>
          <p:cNvSpPr/>
          <p:nvPr/>
        </p:nvSpPr>
        <p:spPr>
          <a:xfrm>
            <a:off x="1295247" y="4910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69567" y="483717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Iceland-based team</a:t>
            </a:r>
          </a:p>
        </p:txBody>
      </p:sp>
      <p:sp>
        <p:nvSpPr>
          <p:cNvPr id="22" name="Oval 21"/>
          <p:cNvSpPr/>
          <p:nvPr/>
        </p:nvSpPr>
        <p:spPr>
          <a:xfrm>
            <a:off x="1295247" y="52578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69567" y="518464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30-day cancellation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247" y="5760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F97316"/>
                </a:solidFill>
                <a:latin typeface="Calibri"/>
              </a:rPr>
              <a:t>3 slots remaining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1325880"/>
            <a:ext cx="4937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4447" y="1325880"/>
            <a:ext cx="493776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0207" y="16459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E3A5F"/>
                </a:solidFill>
                <a:latin typeface="Calibri"/>
              </a:rPr>
              <a:t>AFTER PILOT COHORT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7" y="19659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A1628"/>
                </a:solidFill>
                <a:latin typeface="Arial Black"/>
              </a:rP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0207" y="256032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rial Black"/>
              </a:rPr>
              <a:t>ISK 89,900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0207" y="31546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0207" y="3611880"/>
            <a:ext cx="4206240" cy="6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90207" y="3867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64527" y="37947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Unlimited players and coaches</a:t>
            </a:r>
          </a:p>
        </p:txBody>
      </p:sp>
      <p:sp>
        <p:nvSpPr>
          <p:cNvPr id="34" name="Oval 33"/>
          <p:cNvSpPr/>
          <p:nvPr/>
        </p:nvSpPr>
        <p:spPr>
          <a:xfrm>
            <a:off x="6690207" y="42153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64527" y="414223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Today's readiness + Load × Readiness</a:t>
            </a:r>
          </a:p>
        </p:txBody>
      </p:sp>
      <p:sp>
        <p:nvSpPr>
          <p:cNvPr id="36" name="Oval 35"/>
          <p:cNvSpPr/>
          <p:nvPr/>
        </p:nvSpPr>
        <p:spPr>
          <a:xfrm>
            <a:off x="6690207" y="45628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64527" y="4489704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GPS import (Catapult, Polar, STATSports)</a:t>
            </a:r>
          </a:p>
        </p:txBody>
      </p:sp>
      <p:sp>
        <p:nvSpPr>
          <p:cNvPr id="38" name="Oval 37"/>
          <p:cNvSpPr/>
          <p:nvPr/>
        </p:nvSpPr>
        <p:spPr>
          <a:xfrm>
            <a:off x="6690207" y="4910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64527" y="483717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Icelandic and English support</a:t>
            </a:r>
          </a:p>
        </p:txBody>
      </p:sp>
      <p:sp>
        <p:nvSpPr>
          <p:cNvPr id="40" name="Oval 39"/>
          <p:cNvSpPr/>
          <p:nvPr/>
        </p:nvSpPr>
        <p:spPr>
          <a:xfrm>
            <a:off x="6690207" y="52578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64527" y="518464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12-month agreement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0207" y="5760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1E3A5F"/>
                </a:solidFill>
                <a:latin typeface="Calibri"/>
              </a:rPr>
              <a:t>Available after pilot cohort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6400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 Black"/>
              </a:rPr>
              <a:t>Let's try this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CBD5E1"/>
                </a:solidFill>
                <a:latin typeface="Calibri"/>
              </a:rPr>
              <a:t>Pilot cohort starts in May. First 3 clubs get 50% off for 6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Helgi Guðfinnsson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Founder, MicroPulse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spc="100">
                <a:solidFill>
                  <a:srgbClr val="10B981"/>
                </a:solidFill>
                <a:latin typeface="Calibri"/>
              </a:rPr>
              <a:t>support@micropulse.is   ·   micropulse.is   ·   +354 — (sími síðar)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837</Words>
  <Application>Microsoft Macintosh PowerPoint</Application>
  <PresentationFormat>Widescreen</PresentationFormat>
  <Paragraphs>200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Helgi Gudfinnsson</cp:lastModifiedBy>
  <cp:revision>1</cp:revision>
  <dcterms:created xsi:type="dcterms:W3CDTF">2013-01-27T09:14:16Z</dcterms:created>
  <dcterms:modified xsi:type="dcterms:W3CDTF">2026-04-15T08:53:12Z</dcterms:modified>
  <cp:category/>
</cp:coreProperties>
</file>